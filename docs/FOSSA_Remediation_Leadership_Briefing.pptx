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A7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FOSSA Multi-Agent Remediation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97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8C5C0"/>
                </a:solidFill>
                <a:latin typeface="Calibri"/>
              </a:rPr>
              <a:t>Automated vulnerability remediation with human-in-the-loop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•  Proof of concept: AI agents + FOSSA + GitHub
•  Pilot: Spring Boot microservices (payment-service, user-service)
•  Outcome: Draft PR with dependency fixes, tests, and FOSSA alignment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Leadership &amp; Customer Briefing  ·  Working POC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80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C5C0"/>
                </a:solidFill>
                <a:latin typeface="Calibri"/>
              </a:rPr>
              <a:t>Neuro SAN  ·  Mistral Devstral  ·  FOSSA  ·  GitHub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</a:rPr>
              <a:t>Monthly FOSSA remediation does not scale with manual effort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898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10–12+ microservices per 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38988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A7A"/>
                </a:solidFill>
                <a:latin typeface="Calibri"/>
              </a:rPr>
              <a:t>Days of engineer time across teams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128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Repetitive dependency bumps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21284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A7A"/>
                </a:solidFill>
                <a:latin typeface="Calibri"/>
              </a:rPr>
              <a:t>Same CVE patterns, different repos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358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Findings ≠ merged fixes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03580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A7A"/>
                </a:solidFill>
                <a:latin typeface="Calibri"/>
              </a:rPr>
              <a:t>Dashboard green only after someone opens a PR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49039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587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Test + CI validation required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85876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A7A"/>
                </a:solidFill>
                <a:latin typeface="Calibri"/>
              </a:rPr>
              <a:t>Every bump needs build verification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7200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6817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Compliance pressure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68172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A7A"/>
                </a:solidFill>
                <a:latin typeface="Calibri"/>
              </a:rPr>
              <a:t>Security findings must be closed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FOSSA Multi-Agent Remediation  ·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Manual Work vs Multi-Agent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</a:rPr>
              <a:t>Same starting point — dramatically different path to a FOSSA-clean PR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43000"/>
            <a:ext cx="5577840" cy="5029200"/>
          </a:xfrm>
          <a:prstGeom prst="roundRect">
            <a:avLst>
              <a:gd name="adj" fmla="val 8000"/>
            </a:avLst>
          </a:prstGeom>
          <a:solidFill>
            <a:srgbClr val="F8F1F0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2194560" cy="320040"/>
          </a:xfrm>
          <a:prstGeom prst="roundRect">
            <a:avLst>
              <a:gd name="adj" fmla="val 8000"/>
            </a:avLst>
          </a:prstGeom>
          <a:solidFill>
            <a:srgbClr val="A3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/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FFFFFF"/>
                </a:solidFill>
                <a:latin typeface="Calibri"/>
              </a:rPr>
              <a:t>TODAY — MANUAL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2984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33A3A"/>
                </a:solidFill>
                <a:latin typeface="Calibri"/>
              </a:rPr>
              <a:t>Engineer owns the full loop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502920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01600"/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1. Developer has repo with vulns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67128"/>
            <a:ext cx="502920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01600"/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2. Pull code from GitHub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51176"/>
            <a:ext cx="502920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01600"/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3. FOSSA scan finds CVEs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935224"/>
            <a:ext cx="502920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01600"/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4. Research safe versions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19272"/>
            <a:ext cx="502920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01600"/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5. Manually edit pom / Gradle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03320"/>
            <a:ext cx="502920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01600"/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6. Run tests locally / wait CI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87368"/>
            <a:ext cx="502920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01600"/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7. Open PR by hand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71416"/>
            <a:ext cx="502920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01600"/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8. Wait &amp; check FOSSA rescan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55464"/>
            <a:ext cx="502920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01600"/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9. Repeat × 10–12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69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33A3A"/>
                </a:solidFill>
                <a:latin typeface="Calibri"/>
              </a:rPr>
              <a:t>Outcome: days of effort  ·  tribal knowledge  ·  uneven coverage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143000"/>
            <a:ext cx="5577840" cy="5029200"/>
          </a:xfrm>
          <a:prstGeom prst="roundRect">
            <a:avLst>
              <a:gd name="adj" fmla="val 8000"/>
            </a:avLst>
          </a:prstGeom>
          <a:solidFill>
            <a:srgbClr val="ECF6F4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1280160"/>
            <a:ext cx="2743200" cy="32004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/>
          <a:lstStyle/>
          <a:p>
            <a:pPr algn="ctr">
              <a:spcBef>
                <a:spcPts val="0"/>
              </a:spcBef>
            </a:pPr>
            <a:r>
              <a:rPr sz="1100" b="1">
                <a:solidFill>
                  <a:srgbClr val="FFFFFF"/>
                </a:solidFill>
                <a:latin typeface="Calibri"/>
              </a:rPr>
              <a:t>WITH MULTI-AGENT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29844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9488"/>
                </a:solidFill>
                <a:latin typeface="Calibri"/>
              </a:rPr>
              <a:t>AI plans · tools execute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1783080"/>
            <a:ext cx="502920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01600"/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1. Same repos + FOSSA findings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167128"/>
            <a:ext cx="502920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01600"/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2. One prompt (or schedule)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2551176"/>
            <a:ext cx="502920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01600"/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3. Agent fetches FOSSA CVEs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2935224"/>
            <a:ext cx="502920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01600"/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4. Clone fix branch from GitHub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3319272"/>
            <a:ext cx="502920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01600"/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5. Plan + policy validate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3703320"/>
            <a:ext cx="502920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01600"/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6. Apply dependency fixes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4087368"/>
            <a:ext cx="502920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01600"/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7. Compile + test (+ self-heal)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4471416"/>
            <a:ext cx="502920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01600"/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8. Open draft PR automatically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4855464"/>
            <a:ext cx="502920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01600"/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9. Verify FOSSA Security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669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7A4A"/>
                </a:solidFill>
                <a:latin typeface="Calibri"/>
              </a:rPr>
              <a:t>Outcome: hours  ·  draft PR  ·  SRE reviews &amp; merges only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23560" y="3383280"/>
            <a:ext cx="868680" cy="4114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FOSSA Multi-Agent Remediation  ·  Confidential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Why Not FOSSA Alone — or Just an LLM?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</a:rPr>
              <a:t>Gaps in common approaches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FOSSA alone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600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A7A"/>
                </a:solidFill>
                <a:latin typeface="Calibri"/>
              </a:rPr>
              <a:t>Finds and recommends — does not clone, test, and open PRs in your CI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Single coding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834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A7A"/>
                </a:solidFill>
                <a:latin typeface="Calibri"/>
              </a:rPr>
              <a:t>No policy gates; can hallucinate versions or skip CVEs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Manual SRE runbooks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4069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A7A"/>
                </a:solidFill>
                <a:latin typeface="Calibri"/>
              </a:rPr>
              <a:t>Does not scale; knowledge trapped in tribal 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9488"/>
                </a:solidFill>
                <a:latin typeface="Calibri"/>
              </a:rPr>
              <a:t>We need: orchestrated workflow + deterministic guardrails + auditable tool execution.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FOSSA Multi-Agent Remediation  ·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</a:rPr>
              <a:t>One sentence for leadership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110642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An AI-orchestrated remediation pipeline that reads FOSSA findings, plans fixes, validates policy, applies changes, runs tests, opens a draft PR, and verifies FOSSA Security Analysis — with humans reviewing before merge.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91840"/>
            <a:ext cx="1417320" cy="77724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016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FOSSA Findings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901952" y="3566160"/>
            <a:ext cx="256032" cy="164592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03120" y="3291840"/>
            <a:ext cx="1417320" cy="77724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016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AI Planner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547872" y="3566160"/>
            <a:ext cx="256032" cy="164592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49039" y="3291840"/>
            <a:ext cx="1417320" cy="777240"/>
          </a:xfrm>
          <a:prstGeom prst="roundRect">
            <a:avLst>
              <a:gd name="adj" fmla="val 8000"/>
            </a:avLst>
          </a:prstGeom>
          <a:solidFill>
            <a:srgbClr val="B86E00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016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Policy Gate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193792" y="3566160"/>
            <a:ext cx="256032" cy="164592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94959" y="3291840"/>
            <a:ext cx="1417320" cy="777240"/>
          </a:xfrm>
          <a:prstGeom prst="roundRect">
            <a:avLst>
              <a:gd name="adj" fmla="val 8000"/>
            </a:avLst>
          </a:prstGeom>
          <a:solidFill>
            <a:srgbClr val="1A736E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016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Apply + Test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839712" y="3566160"/>
            <a:ext cx="256032" cy="164592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40879" y="3291840"/>
            <a:ext cx="1417320" cy="77724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016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Draft PR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485632" y="3566160"/>
            <a:ext cx="256032" cy="164592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0" y="3291840"/>
            <a:ext cx="1417320" cy="777240"/>
          </a:xfrm>
          <a:prstGeom prst="roundRect">
            <a:avLst>
              <a:gd name="adj" fmla="val 8000"/>
            </a:avLst>
          </a:prstGeom>
          <a:solidFill>
            <a:srgbClr val="1E7A4A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016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FOSSA Verify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0131552" y="3566160"/>
            <a:ext cx="256032" cy="164592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332720" y="3291840"/>
            <a:ext cx="1417320" cy="77724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016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SRE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480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A6A7A"/>
                </a:solidFill>
                <a:latin typeface="Calibri"/>
              </a:rPr>
              <a:t>Human stays in the loop — draft PR only; no auto-merge.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FOSSA Multi-Agent Remediation  ·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</a:rPr>
              <a:t>LLM decides · Python enforces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1371600" cy="36576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44475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fossa_orchestrator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444751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</a:rPr>
              <a:t>Receives natural-language request; delegates to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587752"/>
            <a:ext cx="1371600" cy="36576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Brain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4963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remediation_pipeline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496312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</a:rPr>
              <a:t>Plans version bumps; chooses tools; drafts PR 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83279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639311"/>
            <a:ext cx="1371600" cy="36576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Hands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5478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17 Coded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547872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</a:rPr>
              <a:t>FOSSA API, git, Maven/Gradle, GitHub PR — secrets stay out of LLM chat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348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4690872"/>
            <a:ext cx="1371600" cy="36576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6200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Gates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59943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Validate + 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599431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</a:rPr>
              <a:t>All CVEs covered; FOSSA-approved versions; 0 security vulns to succeed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FOSSA Multi-Agent Remediation  ·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End-to-End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</a:rPr>
              <a:t>One prompt → draft PR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Calibri"/>
              </a:rPr>
              <a:t>1. Discover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Load repo config; fetch FOSSA vulns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71600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691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Calibri"/>
              </a:rPr>
              <a:t>2. Clone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194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Fresh fix branch — never touch main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71600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91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Calibri"/>
              </a:rPr>
              <a:t>3.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94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LLM proposes bumps; policy validates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371600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16916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Calibri"/>
              </a:rPr>
              <a:t>4. Apply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194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Edit pom.xml / build.gradle only from plan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74720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9475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Calibri"/>
              </a:rPr>
              <a:t>5.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2976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Maven/Gradle tests; self-heal up to 3×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3474720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379475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Calibri"/>
              </a:rPr>
              <a:t>6. 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42976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Commit, push, open draft PR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474720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79475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Calibri"/>
              </a:rPr>
              <a:t>7. 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2976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Poll FOSSA until 0 security vulns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3474720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379475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Calibri"/>
              </a:rPr>
              <a:t>8.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42976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PR URL + summary for SRE 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FOSSA Multi-Agent Remediation  · 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Plan &amp; Validate — The Safety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</a:rPr>
              <a:t>How we stop the LLM from inventing unsafe fixes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0352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Plan Remediation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 LLM proposes dependency version bumps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 Uses FOSSA completeFix / OSV guidance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918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 May suggest license deferrals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 Output is a structured plan — not yet applied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280160"/>
            <a:ext cx="530352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463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9488"/>
                </a:solidFill>
                <a:latin typeface="Calibri"/>
              </a:rPr>
              <a:t>Validate Remediation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 Every security CVE must be covered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6517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 Versions must trace to FOSSA / OSV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2918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 Security findings cannot be deferred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9319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 Only validated plans can touch build 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FOSSA Multi-Agent Remediation  · 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Governance &amp;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</a:rPr>
              <a:t>Enterprise-ready posture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Calibri"/>
              </a:rPr>
              <a:t>No auto-merge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</a:rPr>
              <a:t>Draft PR only; SRE approves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Calibri"/>
              </a:rPr>
              <a:t>No secret leakage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2860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</a:rPr>
              <a:t>Tokens in .env; FOSSA/GitHub via coded 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Calibri"/>
              </a:rPr>
              <a:t>Version integrity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2860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</a:rPr>
              <a:t>Plan must match FOSSA-allowed versions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7472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Calibri"/>
              </a:rPr>
              <a:t>Full CVE 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89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</a:rPr>
              <a:t>Cannot defer security findings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47472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Calibri"/>
              </a:rPr>
              <a:t>FOSSA truth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389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</a:rPr>
              <a:t>Verify uses GitHub FOSSA App project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47472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9488"/>
                </a:solidFill>
                <a:latin typeface="Calibri"/>
              </a:rPr>
              <a:t>Audit trail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389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</a:rPr>
              <a:t>Logs, thinking files, NSFlow communications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FOSSA Multi-Agent Remediation  ·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Demo — What You Will 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</a:rPr>
              <a:t>Live or recorded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A6A7A"/>
                </a:solidFill>
                <a:latin typeface="Calibri"/>
              </a:rPr>
              <a:t>Trigger (natural language)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1F3A"/>
                </a:solidFill>
                <a:latin typeface="Calibri"/>
              </a:rPr>
              <a:t>"Remediate all FOSSA security vulnerabilities for payment-service. License issues may be deferred."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6032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9488"/>
                </a:solidFill>
                <a:latin typeface="Calibri"/>
              </a:rPr>
              <a:t>Console / NSFlow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74320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</a:rPr>
              <a:t>Live tool steps: Fetch → Validate → Apply → Test → PR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375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20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9488"/>
                </a:solidFill>
                <a:latin typeface="Calibri"/>
              </a:rPr>
              <a:t>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52044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</a:rPr>
              <a:t>Draft PR with dependency diff and CVE summary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1480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9488"/>
                </a:solidFill>
                <a:latin typeface="Calibri"/>
              </a:rPr>
              <a:t>FOSSA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29768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</a:rPr>
              <a:t>Branch revision; Security Analysis green after verify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9204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9488"/>
                </a:solidFill>
                <a:latin typeface="Calibri"/>
              </a:rPr>
              <a:t>Traceability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07492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</a:rPr>
              <a:t>ValidateRemediationPlan output for each bump and CVE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FOSSA Multi-Agent Remediation  ·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POC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</a:rPr>
              <a:t>What we demonstrated — and the efficiency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 Automated multi-CVE remediation on a real GitHub repo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 Rule-based + LLM planning with a policy gate before file 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 Tests passing before PR opened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 Draft PR created; FOSSA verify aligned with GitHub Security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 End-to-end run ~15–20 minutes (FOSSA scan wait dominates)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5394960" cy="2286000"/>
          </a:xfrm>
          <a:prstGeom prst="roundRect">
            <a:avLst>
              <a:gd name="adj" fmla="val 8000"/>
            </a:avLst>
          </a:prstGeom>
          <a:solidFill>
            <a:srgbClr val="F8F1F0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840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33A3A"/>
                </a:solidFill>
                <a:latin typeface="Calibri"/>
              </a:rPr>
              <a:t>Today (manual)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 Engineer hours per repo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54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 Sequential, repetitive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66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 Tribal knowledge / runbooks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657600"/>
            <a:ext cx="5394960" cy="2286000"/>
          </a:xfrm>
          <a:prstGeom prst="roundRect">
            <a:avLst>
              <a:gd name="adj" fmla="val 8000"/>
            </a:avLst>
          </a:prstGeom>
          <a:solidFill>
            <a:srgbClr val="ECF6F4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840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7A4A"/>
                </a:solidFill>
                <a:latin typeface="Calibri"/>
              </a:rPr>
              <a:t>With multi-agent (POC)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343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 One prompt + SRE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754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 Architecture supports parallel repos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5166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•  Config + HOCON 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FOSSA Multi-Agent Remediation  ·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Scale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</a:rPr>
              <a:t>From POC to production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642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Calibri"/>
              </a:rPr>
              <a:t>POC (now)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A7A"/>
                </a:solidFill>
                <a:latin typeface="Calibri"/>
              </a:rPr>
              <a:t>2 pilot repos · Manual trigger · Draft PR + verify · Local server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91840"/>
            <a:ext cx="110642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611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9488"/>
                </a:solidFill>
                <a:latin typeface="Calibri"/>
              </a:rPr>
              <a:t>Production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A7A"/>
                </a:solidFill>
                <a:latin typeface="Calibri"/>
              </a:rPr>
              <a:t>12+ microservices · Scheduler / FOSSA webhook · Slack summary · Cloud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9488"/>
                </a:solidFill>
                <a:latin typeface="Calibri"/>
              </a:rPr>
              <a:t>Business value: FOSSA cycle from days → hours; engineers focus on review, not repetitive bumps.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FOSSA Multi-Agent Remediation  · 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Ask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A7A"/>
                </a:solidFill>
                <a:latin typeface="Calibri"/>
              </a:rPr>
              <a:t>What we need from leadership and the customer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949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For customer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1.  Confirm pilot repos + FOSSA GitHub import locators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2.  GitHub PAT + FOSSA API token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83279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3.  Align on policy: draft PR only; licensing rules; CI gates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39496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9488"/>
                </a:solidFill>
                <a:latin typeface="Calibri"/>
              </a:rPr>
              <a:t>For leadership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031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1.  Approve Phase 2: parallel 12-repo run + scheduled remediation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7432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2.  Sponsor SRE review workflow (Slack / Jira / ServiceNow)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46320"/>
            <a:ext cx="11064240" cy="118872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120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Closing: We turned FOSSA findings into reviewed, test-passing, FOSSA-verified draft PRs — with policy enforced in code, not prompts alone.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A7A"/>
                </a:solidFill>
                <a:latin typeface="Calibri"/>
              </a:rPr>
              <a:t>FOSSA Multi-Agent Remediation  ·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A7A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