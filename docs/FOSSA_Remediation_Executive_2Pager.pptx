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686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FOSSA Multi-Agent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8C5C0"/>
                </a:solidFill>
                <a:latin typeface="Calibri"/>
              </a:rPr>
              <a:t>One prompt → validated plan → draft PR → FOSSA verify  ·  Neuro SAN + Mistral Devstral + FOSSA +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</a:rPr>
              <a:t>Working POC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TODAY vs WITH MULTI-AGENT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2743200" cy="5074920"/>
          </a:xfrm>
          <a:prstGeom prst="roundRect">
            <a:avLst>
              <a:gd name="adj" fmla="val 8000"/>
            </a:avLst>
          </a:prstGeom>
          <a:solidFill>
            <a:srgbClr val="F8F1F0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2468880" cy="256032"/>
          </a:xfrm>
          <a:prstGeom prst="roundRect">
            <a:avLst>
              <a:gd name="adj" fmla="val 8000"/>
            </a:avLst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46504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Repo + CVEs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2130552"/>
            <a:ext cx="0" cy="91440"/>
          </a:xfrm>
          <a:prstGeom prst="line">
            <a:avLst/>
          </a:prstGeom>
          <a:ln w="19050">
            <a:solidFill>
              <a:srgbClr val="C44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221992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76856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Clone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37360" y="2660904"/>
            <a:ext cx="0" cy="91440"/>
          </a:xfrm>
          <a:prstGeom prst="line">
            <a:avLst/>
          </a:prstGeom>
          <a:ln w="19050">
            <a:solidFill>
              <a:srgbClr val="C44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2752344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07208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Research versions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37360" y="3191256"/>
            <a:ext cx="0" cy="91440"/>
          </a:xfrm>
          <a:prstGeom prst="line">
            <a:avLst/>
          </a:prstGeom>
          <a:ln w="19050">
            <a:solidFill>
              <a:srgbClr val="C44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282696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Edit pom/Gradle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37360" y="3721608"/>
            <a:ext cx="0" cy="91440"/>
          </a:xfrm>
          <a:prstGeom prst="line">
            <a:avLst/>
          </a:prstGeom>
          <a:ln w="19050">
            <a:solidFill>
              <a:srgbClr val="C44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3813048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67911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Run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37360" y="4251960"/>
            <a:ext cx="0" cy="91440"/>
          </a:xfrm>
          <a:prstGeom prst="line">
            <a:avLst/>
          </a:prstGeom>
          <a:ln w="19050">
            <a:solidFill>
              <a:srgbClr val="C44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" y="4343400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398264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Open PR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37360" y="4782312"/>
            <a:ext cx="0" cy="91440"/>
          </a:xfrm>
          <a:prstGeom prst="line">
            <a:avLst/>
          </a:prstGeom>
          <a:ln w="19050">
            <a:solidFill>
              <a:srgbClr val="C44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2920" y="4873752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28616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Wait FOSSA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37360" y="5312664"/>
            <a:ext cx="0" cy="91440"/>
          </a:xfrm>
          <a:prstGeom prst="line">
            <a:avLst/>
          </a:prstGeom>
          <a:ln w="19050">
            <a:solidFill>
              <a:srgbClr val="C44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2920" y="5404104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458968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× 10–12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1234440"/>
            <a:ext cx="2743200" cy="5074920"/>
          </a:xfrm>
          <a:prstGeom prst="roundRect">
            <a:avLst>
              <a:gd name="adj" fmla="val 8000"/>
            </a:avLst>
          </a:prstGeom>
          <a:solidFill>
            <a:srgbClr val="ECF6F4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1325880"/>
            <a:ext cx="2468880" cy="25603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MULTI-AGENT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1691640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174650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One prompt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17720" y="2194560"/>
            <a:ext cx="0" cy="109728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383280" y="2350008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240487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Fetch FOSSA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17720" y="2852928"/>
            <a:ext cx="0" cy="109728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383280" y="3008376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306324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Plan + validate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617720" y="3511296"/>
            <a:ext cx="0" cy="109728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383280" y="3666744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0" y="3721607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Apply + test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617720" y="4169664"/>
            <a:ext cx="0" cy="109728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383280" y="4325112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9000" y="437997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Draft PR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17720" y="4828031"/>
            <a:ext cx="0" cy="109729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383280" y="4983479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9000" y="5038343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Verify FOSSA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617720" y="5486400"/>
            <a:ext cx="0" cy="109727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383280" y="5641848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29000" y="569671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SRE 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9893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7A4A"/>
                </a:solidFill>
                <a:latin typeface="Calibri"/>
              </a:rPr>
              <a:t>Days  →  Hours  ·  Human only at merge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96012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ARCHITECTURE — LLM decides · Python enforces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1280160"/>
            <a:ext cx="5486400" cy="3200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133502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USER / SRE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1353312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NSFlow · CLI · natural language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006840" y="1600200"/>
            <a:ext cx="0" cy="109728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263640" y="2148839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2203703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2221991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fossa_orchestrator → remediation_pipeline (Devstral)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006840" y="3200399"/>
            <a:ext cx="0" cy="109728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263640" y="301752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307238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POLICY &amp; 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3090672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Fetch FOSSA · Plan · ValidateRemediationPlan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006840" y="4892040"/>
            <a:ext cx="0" cy="109728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263640" y="3886200"/>
            <a:ext cx="5486400" cy="2697480"/>
          </a:xfrm>
          <a:prstGeom prst="roundRect">
            <a:avLst>
              <a:gd name="adj" fmla="val 6000"/>
            </a:avLst>
          </a:prstGeom>
          <a:solidFill>
            <a:srgbClr val="1A7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3941063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3959352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Apply · Compile · Test · Git · Draft PR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006840" y="6583680"/>
            <a:ext cx="0" cy="109728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6263640" y="4754879"/>
            <a:ext cx="5486400" cy="3520440"/>
          </a:xfrm>
          <a:prstGeom prst="roundRect">
            <a:avLst>
              <a:gd name="adj" fmla="val 6000"/>
            </a:avLst>
          </a:prstGeom>
          <a:solidFill>
            <a:srgbClr val="1E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0" y="4809743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4828031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VerifyFossaScan (GitHub FOSSA App)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63640" y="562356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0" y="57424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</a:rPr>
              <a:t>FOSSA API  ·  GitHub  ·  Maven/Gradle  ·  config/repos.yaml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63640" y="461772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0" y="4709160"/>
            <a:ext cx="5212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D9488"/>
                </a:solidFill>
                <a:latin typeface="Calibri"/>
              </a:rPr>
              <a:t>Customer path: OpenCode as coding worker
(plan locked after validate · git/PR optional)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686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End-to-End Workflow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8C5C0"/>
                </a:solidFill>
                <a:latin typeface="Calibri"/>
              </a:rPr>
              <a:t>Pilot: payment-service (Maven) · user-service (Gradle)  ·  Spring Boot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</a:rPr>
              <a:t>Working POC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WORKFLOW — 5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2148840" cy="123444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
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Load config
Fetch FOSSA CVEs</a:t>
            </a:r>
          </a:p>
        </p:txBody>
      </p:sp>
      <p:sp>
        <p:nvSpPr>
          <p:cNvPr id="11" name="Chevron 10"/>
          <p:cNvSpPr/>
          <p:nvPr/>
        </p:nvSpPr>
        <p:spPr>
          <a:xfrm>
            <a:off x="2468880" y="1691640"/>
            <a:ext cx="320040" cy="411480"/>
          </a:xfrm>
          <a:prstGeom prst="chevron">
            <a:avLst/>
          </a:prstGeom>
          <a:solidFill>
            <a:srgbClr val="C5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1280160"/>
            <a:ext cx="2148840" cy="1234440"/>
          </a:xfrm>
          <a:prstGeom prst="roundRect">
            <a:avLst>
              <a:gd name="adj" fmla="val 6000"/>
            </a:avLst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35331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
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874519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Context + deps
Submit plan</a:t>
            </a:r>
          </a:p>
        </p:txBody>
      </p:sp>
      <p:sp>
        <p:nvSpPr>
          <p:cNvPr id="15" name="Chevron 14"/>
          <p:cNvSpPr/>
          <p:nvPr/>
        </p:nvSpPr>
        <p:spPr>
          <a:xfrm>
            <a:off x="4754880" y="1691640"/>
            <a:ext cx="320040" cy="411480"/>
          </a:xfrm>
          <a:prstGeom prst="chevron">
            <a:avLst/>
          </a:prstGeom>
          <a:solidFill>
            <a:srgbClr val="C5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1280160"/>
            <a:ext cx="2148840" cy="1234440"/>
          </a:xfrm>
          <a:prstGeom prst="roundRect">
            <a:avLst>
              <a:gd name="adj" fmla="val 6000"/>
            </a:avLst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35331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
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874519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CVE coverage
FOSSA versions</a:t>
            </a:r>
          </a:p>
        </p:txBody>
      </p:sp>
      <p:sp>
        <p:nvSpPr>
          <p:cNvPr id="19" name="Chevron 18"/>
          <p:cNvSpPr/>
          <p:nvPr/>
        </p:nvSpPr>
        <p:spPr>
          <a:xfrm>
            <a:off x="7040880" y="1691640"/>
            <a:ext cx="320040" cy="411480"/>
          </a:xfrm>
          <a:prstGeom prst="chevron">
            <a:avLst/>
          </a:prstGeom>
          <a:solidFill>
            <a:srgbClr val="C5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0" y="1280160"/>
            <a:ext cx="2148840" cy="1234440"/>
          </a:xfrm>
          <a:prstGeom prst="roundRect">
            <a:avLst>
              <a:gd name="adj" fmla="val 6000"/>
            </a:avLst>
          </a:prstGeom>
          <a:solidFill>
            <a:srgbClr val="1A7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35331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
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874519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Apply · Compile
Test · Draft PR</a:t>
            </a:r>
          </a:p>
        </p:txBody>
      </p:sp>
      <p:sp>
        <p:nvSpPr>
          <p:cNvPr id="23" name="Chevron 22"/>
          <p:cNvSpPr/>
          <p:nvPr/>
        </p:nvSpPr>
        <p:spPr>
          <a:xfrm>
            <a:off x="9326880" y="1691640"/>
            <a:ext cx="320040" cy="411480"/>
          </a:xfrm>
          <a:prstGeom prst="chevron">
            <a:avLst/>
          </a:prstGeom>
          <a:solidFill>
            <a:srgbClr val="C5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09760" y="1280160"/>
            <a:ext cx="2148840" cy="1234440"/>
          </a:xfrm>
          <a:prstGeom prst="roundRect">
            <a:avLst>
              <a:gd name="adj" fmla="val 6000"/>
            </a:avLst>
          </a:prstGeom>
          <a:solidFill>
            <a:srgbClr val="1E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35331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
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874519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Poll FOSSA
0 sec vulns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6060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</a:rPr>
              <a:t>SRE stays in loop — draft PR only · no auto-merge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8036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POLICY GATES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154680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3264408"/>
            <a:ext cx="2286000" cy="34747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ValidateRemediationPla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3192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</a:rPr>
              <a:t>Blocks wrong versions &amp; skipped CVEs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3813048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20" y="3922776"/>
            <a:ext cx="2286000" cy="34747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RunJavaTests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977639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</a:rPr>
              <a:t>No PR if tests fail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471416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4581144"/>
            <a:ext cx="2286000" cy="34747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VerifyFossaScan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63600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</a:rPr>
              <a:t>Success = 0 security vulns on branch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129784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5239512"/>
            <a:ext cx="2286000" cy="34747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CreatePullRequest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2943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</a:rPr>
              <a:t>Draft only · triggers GitHub scan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AGENT + TOOL FLOW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154680"/>
            <a:ext cx="685800" cy="29260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47688" y="3520440"/>
            <a:ext cx="18288" cy="2286000"/>
          </a:xfrm>
          <a:prstGeom prst="roundRect">
            <a:avLst>
              <a:gd name="adj" fmla="val 8000"/>
            </a:avLst>
          </a:prstGeom>
          <a:solidFill>
            <a:srgbClr val="C5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178040" y="3154680"/>
            <a:ext cx="685800" cy="29260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70648" y="3520440"/>
            <a:ext cx="18288" cy="2286000"/>
          </a:xfrm>
          <a:prstGeom prst="roundRect">
            <a:avLst>
              <a:gd name="adj" fmla="val 8000"/>
            </a:avLst>
          </a:prstGeom>
          <a:solidFill>
            <a:srgbClr val="C5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01000" y="3154680"/>
            <a:ext cx="685800" cy="29260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93608" y="3520440"/>
            <a:ext cx="18288" cy="2286000"/>
          </a:xfrm>
          <a:prstGeom prst="roundRect">
            <a:avLst>
              <a:gd name="adj" fmla="val 8000"/>
            </a:avLst>
          </a:prstGeom>
          <a:solidFill>
            <a:srgbClr val="C5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823960" y="3154680"/>
            <a:ext cx="685800" cy="29260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16568" y="3520440"/>
            <a:ext cx="18288" cy="2286000"/>
          </a:xfrm>
          <a:prstGeom prst="roundRect">
            <a:avLst>
              <a:gd name="adj" fmla="val 8000"/>
            </a:avLst>
          </a:prstGeom>
          <a:solidFill>
            <a:srgbClr val="C5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646920" y="3154680"/>
            <a:ext cx="685800" cy="29260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39528" y="3520440"/>
            <a:ext cx="18288" cy="2286000"/>
          </a:xfrm>
          <a:prstGeom prst="roundRect">
            <a:avLst>
              <a:gd name="adj" fmla="val 8000"/>
            </a:avLst>
          </a:prstGeom>
          <a:solidFill>
            <a:srgbClr val="C5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469880" y="3154680"/>
            <a:ext cx="685800" cy="29260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762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FOSSA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762488" y="3520440"/>
            <a:ext cx="18288" cy="2286000"/>
          </a:xfrm>
          <a:prstGeom prst="roundRect">
            <a:avLst>
              <a:gd name="adj" fmla="val 8000"/>
            </a:avLst>
          </a:prstGeom>
          <a:solidFill>
            <a:srgbClr val="C5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6656832" y="3703320"/>
            <a:ext cx="82296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309360" y="3593591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</a:rPr>
              <a:t>Remediate repo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479792" y="4050791"/>
            <a:ext cx="82296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309360" y="3941063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</a:rPr>
              <a:t>Delegate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302752" y="4398264"/>
            <a:ext cx="82296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309360" y="4288536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</a:rPr>
              <a:t>Fetch · Plan · Apply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25712" y="4745736"/>
            <a:ext cx="82296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309360" y="4636007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</a:rPr>
              <a:t>Draft PR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125712" y="5093207"/>
            <a:ext cx="164592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309360" y="4983479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</a:rPr>
              <a:t>Verify scan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656832" y="5440679"/>
            <a:ext cx="329184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309360" y="5330951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</a:rPr>
              <a:t>Review &amp; merge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" y="5532120"/>
            <a:ext cx="11430000" cy="105156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565099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Calibri"/>
              </a:rPr>
              <a:t>PROVEN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589788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Multi-CVE fix
on real repos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37560" y="565099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Calibri"/>
              </a:rPr>
              <a:t>SAFE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37560" y="589788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Policy in
Python code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565099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Calibri"/>
              </a:rPr>
              <a:t>FAST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2200" y="589788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One prompt
per service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06840" y="565099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Calibri"/>
              </a:rPr>
              <a:t>SCALE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06840" y="589788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12+ repos
parallel-ready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A6A7A"/>
                </a:solidFill>
                <a:latin typeface="Calibri"/>
              </a:rPr>
              <a:t>Neuro SAN · Mistral Devstral · FOSSA · GitHub  ·  NSFlow live demo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